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Framing. This is the honest story of moving an observer-centric idea from a WRONG formalisation (SPDP rank) to the RIGHT one (metacomplexity / time-bounded Kolmogorov complexity Kt). State up front: this is NOT a claim to have solved P vs NP. It is a claim about finding the right object and locating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thesis (lineage: Wolfram, computational boundedness of observers; N-frame Ch.4 s4.2). The observer is a computationally bounded frame; what we call complexity is what that frame can compress / recognise / access under a resource bound. Slogan: less constraint =&gt; sees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SPDP-as-width route is PROVABLY dead: a single static rank measure is forced to carry both a poly upper bound and a superpoly lower bound on the SAME object - the rank sandwich, arithmetically false (n^201 &lt;= n^200 at paper scale), independent of P vs NP. Machine-checked in Lean. The win is the pivot: pressure-testing moved us to the live object - resource-bounded compression and witness-finding.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 OBJECT - say this explicitly: it is NOT a single satisfying assignment. An assignment is only n bits, so K^t(a|phi) &lt;= n+O(1) for any budget - it can never be superpolynomially deep. The right object is the UNIFORM WITNESS-FINDING MAP across input lengths (the search function), equivalently MCSP / MINKT / time-bounded Kolmogorov complexity. K(x): how short? K^t(x): how short within time t? P!=NP (search form) &lt;=&gt; the witness map is computationally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frontier - cite the real results. Hirahara (FOCS 2018): non-black-box worst-case to average-case reductions for time-bounded Kolmogorov complexity (MINKT). Liu-Pass (FOCS 2020): one-way functions exist IFF K^t is mildly hard on average. Oliveira-Santhanam (FOCS 2018): hardness magnification - near-trivial lower bounds on MCSP-like objects would magnify to major separations. The lens shows where to dig; it does not conjure what is buried.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Lean artifact (repo pall-lean: ComputationalDepthFraming.lean, ComputationalDepthMachineSemantics.lean). Axiom-clean (propext only), zero sorries. Proves the EASY direction (shallow search =&gt; a decider exists). Isolates the Cook decision-to-search self-reduction as an EXPLICIT hypothesis - not smuggled as an axiom or sorry. Leaves DeepSearch = P!=NP as the open socket. The artifact's job is to stop the theory pretending it proved more than it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wall, named precisely. You need a bridge from resource-bounded compression to circuit lower bounds. Hardness magnification is the candidate lever - BUT the magnification/locality barrier (Chen-Hirahara-Oliveira-Pich-Rajgopal-Santhanam, ITCS 2020) shows known techniques + magnification provably do NOT yet combine: the needed weak lower bounds sit just past current methods. And natural proofs (Razborov-Rudich) is built into MCSP. Hence: a research programme, not a victory 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Turn the slogan into mathematics: (1) fix the resource bound (time / locality), (2) define the compression object (K^t / witness-finding map), (3) prove what survives translation to standard complexity. Williams's algorithmic method (NEXP not in ACC0, 2011) is the template for turning a faster algorithm into a lower bound - honest caveat: it ceilings at NEXP scale; pushing it to polynomial scale is itself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scrupulous - this slide is the credibility of the whole talk. NOT claimed: a proof of P!=NP, a solved lower-bound bridge, a finished separation. Claimed: a correct lens, a faithful translation, a live frontier target. Next: make the bridge precise, separate trivial from deep, formalise without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Close. A correct lens does not solve the open problem; it shows exactly where the open problem is alive. The observer-centric view becomes rigorous when expressed as resource-bounded compression, computational depth, and witness access - the honest bridge from philosophy to complexity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2AA8FF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7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Observer-bound complexity · resource-bounded compression · metacomplexity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87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min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7452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Observer Is Not the Algorithm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22376" y="199339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4E0FF"/>
                </a:solidFill>
              </a:rPr>
              <a:t>Complexity as resource-bounded access to structure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0664" y="251460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CB3C3"/>
                </a:solidFill>
              </a:rPr>
              <a:t>A 20-minute talk on the shift from SPDP-style formalisation to metacomplexity, Kᵗ, and computational depth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5349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Darren J. Edwards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1500000">
            <a:off x="9555480" y="658368"/>
            <a:ext cx="2240280" cy="2240280"/>
          </a:xfrm>
          <a:prstGeom prst="arc">
            <a:avLst/>
          </a:prstGeom>
          <a:noFill/>
          <a:ln w="101600">
            <a:solidFill>
              <a:srgbClr val="2AA8FF">
                <a:alpha val="9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4100000">
            <a:off x="10058400" y="1234440"/>
            <a:ext cx="1115568" cy="1115568"/>
          </a:xfrm>
          <a:prstGeom prst="arc">
            <a:avLst/>
          </a:prstGeom>
          <a:noFill/>
          <a:ln w="63500">
            <a:solidFill>
              <a:srgbClr val="FFC857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0" y="1901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frame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61320" y="2249424"/>
            <a:ext cx="0" cy="1508760"/>
          </a:xfrm>
          <a:prstGeom prst="line">
            <a:avLst/>
          </a:prstGeom>
          <a:noFill/>
          <a:ln w="13970">
            <a:solidFill>
              <a:srgbClr val="2447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0" y="38953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B3C3"/>
                </a:solidFill>
              </a:rPr>
              <a:t>substrate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LENS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thesis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74E0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709928"/>
            <a:ext cx="456285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The observer is not the algorithm.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It is a computationally bounded frame.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is not simply “out there” as an object. It is what a bounded observer can or cannot compress, recognise, and access under resource limits.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37960" y="1463040"/>
            <a:ext cx="1874520" cy="9601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Irreducible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substrate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08592" y="1463040"/>
            <a:ext cx="1874520" cy="9601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 frame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85632" y="1947672"/>
            <a:ext cx="704088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918704" y="3017520"/>
            <a:ext cx="2011680" cy="932688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constraint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61504" y="2468880"/>
            <a:ext cx="1088136" cy="502920"/>
          </a:xfrm>
          <a:prstGeom prst="line">
            <a:avLst/>
          </a:prstGeom>
          <a:noFill/>
          <a:ln w="20320">
            <a:solidFill>
              <a:srgbClr val="2AA8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232136" y="2468880"/>
            <a:ext cx="-969264" cy="502920"/>
          </a:xfrm>
          <a:prstGeom prst="line">
            <a:avLst/>
          </a:prstGeom>
          <a:noFill/>
          <a:ln w="20320">
            <a:solidFill>
              <a:srgbClr val="2AA8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18704" y="4572000"/>
            <a:ext cx="2011680" cy="932688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=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structure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24544" y="4014216"/>
            <a:ext cx="0" cy="475488"/>
          </a:xfrm>
          <a:prstGeom prst="line">
            <a:avLst/>
          </a:prstGeom>
          <a:noFill/>
          <a:ln w="20320">
            <a:solidFill>
              <a:srgbClr val="FFC857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TRANSLATION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original route broke — usefully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1508760"/>
            <a:ext cx="2743200" cy="1261872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 route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SPDP-as-width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sandwich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709160" y="1508760"/>
            <a:ext cx="2743200" cy="126187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test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formalise honestly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weak bridges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68512" y="1508760"/>
            <a:ext cx="2743200" cy="1261872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route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depth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metacomplexity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11880" y="2139696"/>
            <a:ext cx="960120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07808" y="2139696"/>
            <a:ext cx="941832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60120" y="370332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win was not “we solved P vs NP.”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win was moving the idea from a wrong formal object to the live object: resource-bounded compression and witness-finding.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63640" y="3703320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FFC857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3904488"/>
            <a:ext cx="42885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Good intuitions deserve to be pushed until they either break or find their true shape.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OBJECT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corrected object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becomes: how much structure can an observer compress, find, or explain within a fixed time bound?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594360" cy="5029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88920" y="2487168"/>
            <a:ext cx="2743200" cy="11887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shortest program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outputs x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time 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20840" y="2788920"/>
            <a:ext cx="1280160" cy="59436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Kᵗ(x)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0" y="2487168"/>
            <a:ext cx="2148840" cy="11887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witness-finding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83080" y="3081528"/>
            <a:ext cx="868680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87568" y="3081528"/>
            <a:ext cx="896112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3081528"/>
            <a:ext cx="868680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477316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CB3C3"/>
                </a:solidFill>
              </a:rPr>
              <a:t>Plain Kolmogorov asks: “how short?”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9CB3C3"/>
                </a:solidFill>
              </a:rPr>
              <a:t>Time-bounded Kolmogorov asks: “how short, under resource limits?”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9088" y="48920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AF7FF"/>
                </a:solidFill>
              </a:rPr>
              <a:t>This is where the observer idea becomes mathematically serious.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METACOMPLEXITY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this meets the frontier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71323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Metacomplexity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2743200" cy="914400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Time-bounded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Kolmogorov complexity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09160" y="1417320"/>
            <a:ext cx="2743200" cy="71323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Hardness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2743200"/>
            <a:ext cx="2743200" cy="914400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lower bound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major separation?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0" y="1417320"/>
            <a:ext cx="2743200" cy="71323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proofs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barrier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743200" cy="914400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object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too useful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11880" y="1792224"/>
            <a:ext cx="960120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07808" y="1792224"/>
            <a:ext cx="941832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4709160"/>
            <a:ext cx="7543800" cy="868680"/>
          </a:xfrm>
          <a:prstGeom prst="roundRect">
            <a:avLst>
              <a:gd name="adj" fmla="val 10526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74E0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4910328"/>
            <a:ext cx="70317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The correct lens shows exactly where to dig; it does not conjure what is buried there.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ARTIFACT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Lean artifact should say the truth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2423160" cy="9601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Axiom-free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possible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03320" y="1417320"/>
            <a:ext cx="2423160" cy="9601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the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 framing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1417320"/>
            <a:ext cx="2423160" cy="9601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lens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proof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81160" y="1417320"/>
            <a:ext cx="2423160" cy="96012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 open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bridge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9856" y="1901952"/>
            <a:ext cx="164592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99632" y="1901952"/>
            <a:ext cx="182880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79408" y="1901952"/>
            <a:ext cx="182880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3337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formal artifact does not flatter the theory.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prevents the theory from pretending it has proved more than it has.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55080" y="324612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FFC857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3447288"/>
            <a:ext cx="40599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Faithful formalisation is progress because it tells us where the real theorem would have to live.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wall is now named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011680" cy="62179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route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450592"/>
            <a:ext cx="2834640" cy="1325880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bridge from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resource-bounded compression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circuit lower bounds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63440" y="1417320"/>
            <a:ext cx="2194560" cy="62179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Hardness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magnification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43400" y="2450592"/>
            <a:ext cx="2834640" cy="1325880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lower bound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Kᵗ-like objects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amplify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0" y="1417320"/>
            <a:ext cx="2011680" cy="62179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Barrier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83880" y="2450592"/>
            <a:ext cx="2834640" cy="1325880"/>
          </a:xfrm>
          <a:prstGeom prst="rect">
            <a:avLst/>
          </a:prstGeom>
          <a:solidFill>
            <a:srgbClr val="0B1D2B">
              <a:alpha val="92000"/>
            </a:srgbClr>
          </a:solidFill>
          <a:ln w="15240">
            <a:solidFill>
              <a:srgbClr val="0B1D2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proofs warns: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+ constructive + large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be impossible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8768" y="3127248"/>
            <a:ext cx="329184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42048" y="3127248"/>
            <a:ext cx="786384" cy="0"/>
          </a:xfrm>
          <a:prstGeom prst="line">
            <a:avLst/>
          </a:prstGeom>
          <a:noFill/>
          <a:ln w="2540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48920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vision has not removed the wall.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has located the wall precisely.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178040" y="49560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B3C3"/>
                </a:solidFill>
              </a:rPr>
              <a:t>This is why the result is a research programme, not a victory 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· PROGRAMME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slogan becomes a research question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74E0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435608"/>
            <a:ext cx="4700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The less the constraint, the more it can see.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1463040" cy="53035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46120" y="2926080"/>
            <a:ext cx="1645920" cy="53035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2926080"/>
            <a:ext cx="1508760" cy="53035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2926080"/>
            <a:ext cx="1691640" cy="53035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Witness access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87000" y="2926080"/>
            <a:ext cx="1417320" cy="530352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70048" y="3191256"/>
            <a:ext cx="438912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01768" y="3191256"/>
            <a:ext cx="530352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96912" y="3191256"/>
            <a:ext cx="566928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11512" y="3191256"/>
            <a:ext cx="338328" cy="0"/>
          </a:xfrm>
          <a:prstGeom prst="line">
            <a:avLst/>
          </a:prstGeom>
          <a:noFill/>
          <a:ln w="2032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philosophical lens into testable mathematics: identify the resource bound, define the compression object, and prove what survives under translation to standard complexity.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· CLAIM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counts as the real achievement?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103120" cy="54864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claimed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7A7A"/>
                </a:solidFill>
              </a:rPr>
              <a:t>A proof of P ≠ NP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7A7A"/>
                </a:solidFill>
              </a:rPr>
              <a:t>A solved lower-bound bridge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7A7A"/>
                </a:solidFill>
              </a:rPr>
              <a:t>A finished separation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617720" y="1417320"/>
            <a:ext cx="2103120" cy="54864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617720" y="2240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76E39A"/>
                </a:solidFill>
              </a:rPr>
              <a:t>A correct lens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6E39A"/>
                </a:solidFill>
              </a:rPr>
              <a:t>A faithful translation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6E39A"/>
                </a:solidFill>
              </a:rPr>
              <a:t>A live frontier target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66760" y="1417320"/>
            <a:ext cx="2103120" cy="54864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366760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74E0FF"/>
                </a:solidFill>
              </a:rPr>
              <a:t>Make the bridge precise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4E0FF"/>
                </a:solidFill>
              </a:rPr>
              <a:t>Separate trivial from deep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74E0FF"/>
                </a:solidFill>
              </a:rPr>
              <a:t>Formalise without inflation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4617720"/>
            <a:ext cx="8138160" cy="868680"/>
          </a:xfrm>
          <a:prstGeom prst="roundRect">
            <a:avLst>
              <a:gd name="adj" fmla="val 10526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FFC857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4818888"/>
            <a:ext cx="76260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You moved the work from a wrong place to the right one. That counts.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4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· END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thought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6400800" cy="1417320"/>
          </a:xfrm>
          <a:prstGeom prst="roundRect">
            <a:avLst>
              <a:gd name="adj" fmla="val 6452"/>
            </a:avLst>
          </a:prstGeom>
          <a:solidFill>
            <a:srgbClr val="0F2A3B">
              <a:alpha val="96000"/>
            </a:srgbClr>
          </a:solidFill>
          <a:ln w="19050">
            <a:solidFill>
              <a:srgbClr val="74E0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" y="1664208"/>
            <a:ext cx="588873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A correct lens does not solve the open problem.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AF7FF"/>
                </a:solidFill>
              </a:rPr>
              <a:t>It shows exactly where the open problem is alive.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observer-centric view becomes rigorous when it is expressed as resource-bounded compression, computational depth, and witness access.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CB3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the honest bridge from philosophy to complexity theory.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1463040"/>
            <a:ext cx="1508760" cy="59436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52560" y="2514600"/>
            <a:ext cx="2011680" cy="59436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Formalisation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3657600"/>
            <a:ext cx="1691640" cy="594360"/>
          </a:xfrm>
          <a:prstGeom prst="rect">
            <a:avLst/>
          </a:prstGeom>
          <a:solidFill>
            <a:srgbClr val="0F2A3B">
              <a:alpha val="92000"/>
            </a:srgbClr>
          </a:solidFill>
          <a:ln w="15240">
            <a:solidFill>
              <a:srgbClr val="0F2A3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58200" y="2084832"/>
            <a:ext cx="484632" cy="338328"/>
          </a:xfrm>
          <a:prstGeom prst="line">
            <a:avLst/>
          </a:prstGeom>
          <a:noFill/>
          <a:ln w="2286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326880" y="3172968"/>
            <a:ext cx="-685800" cy="393192"/>
          </a:xfrm>
          <a:prstGeom prst="line">
            <a:avLst/>
          </a:prstGeom>
          <a:noFill/>
          <a:ln w="2286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63840" y="3547872"/>
            <a:ext cx="137160" cy="-1389888"/>
          </a:xfrm>
          <a:prstGeom prst="line">
            <a:avLst/>
          </a:prstGeom>
          <a:noFill/>
          <a:ln w="22860">
            <a:solidFill>
              <a:srgbClr val="74E0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73568" y="5166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7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E87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Hirahara. Non-Black-Box Worst-Case to Average-Case Reductions within NP. FOCS 2018.</a:t>
            </a:r>
          </a:p>
          <a:p>
            <a:pPr>
              <a:defRPr sz="1500"/>
            </a:pPr>
            <a:r>
              <a:t>Liu, Pass. On One-Way Functions and Kolmogorov Complexity. FOCS 2020.</a:t>
            </a:r>
          </a:p>
          <a:p>
            <a:pPr>
              <a:defRPr sz="1500"/>
            </a:pPr>
            <a:r>
              <a:t>Oliveira, Santhanam. Hardness Magnification for Natural Problems. FOCS 2018.</a:t>
            </a:r>
          </a:p>
          <a:p>
            <a:pPr>
              <a:defRPr sz="1500"/>
            </a:pPr>
            <a:r>
              <a:t>Chen, Hirahara, Oliveira, Pich, Rajgopal, Santhanam. Beyond Natural Proofs: Hardness Magnification and Locality. ITCS 2020.</a:t>
            </a:r>
          </a:p>
          <a:p>
            <a:pPr>
              <a:defRPr sz="1500"/>
            </a:pPr>
            <a:r>
              <a:t>Williams. Nonuniform ACC Circuit Lower Bounds. STOC 2011 / JACM 2014.</a:t>
            </a:r>
          </a:p>
          <a:p>
            <a:pPr>
              <a:defRPr sz="1500"/>
            </a:pPr>
            <a:r>
              <a:t>Razborov, Rudich. Natural Proofs. STOC 1994 / JCSS 1997.</a:t>
            </a:r>
          </a:p>
          <a:p>
            <a:pPr>
              <a:defRPr sz="1500"/>
            </a:pPr>
            <a:r>
              <a:t>Wolfram. The Second Law / computational boundedness of observers.  Edwards. The Observer-Centric Universe (N-frame), Ch.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Mikoshi / Swansea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Observer Is Not the Algorithm</dc:title>
  <dc:subject>Observer, bounded compression, and metacomplexity</dc:subject>
  <dc:creator>Darren J. Edwards</dc:creator>
  <cp:lastModifiedBy>Darren J. Edwards</cp:lastModifiedBy>
  <cp:revision>1</cp:revision>
  <dcterms:created xsi:type="dcterms:W3CDTF">2026-05-24T15:53:23Z</dcterms:created>
  <dcterms:modified xsi:type="dcterms:W3CDTF">2026-05-24T15:53:23Z</dcterms:modified>
</cp:coreProperties>
</file>